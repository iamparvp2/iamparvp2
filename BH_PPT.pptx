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ontserrat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340209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Role of Adaptability in the Corporate World</a:t>
            </a:r>
            <a:endParaRPr lang="en-US" sz="4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25D2B-6001-4A6C-1425-63A1C5CC4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519" y="7575902"/>
            <a:ext cx="1756881" cy="550664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726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Defining Adaptability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58309" y="304550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Adaptability?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58309" y="4083129"/>
            <a:ext cx="6448544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083129"/>
            <a:ext cx="60960" cy="1673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324" y="43301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66324" y="4816316"/>
            <a:ext cx="589347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ability to adjust quickly to new conditions, challenges, and changes.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3428" y="4083129"/>
            <a:ext cx="6448663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4083129"/>
            <a:ext cx="60960" cy="1673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31443" y="43301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Matters Today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31443" y="4816316"/>
            <a:ext cx="589359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corporate world is fast-changing, tech-driven, and unpredictable.</a:t>
            </a: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2CF86A-D9A3-840E-18AA-F0B0978F0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1156" y="7701081"/>
            <a:ext cx="1686228" cy="528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181" y="540663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Core Value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8181" y="1060609"/>
            <a:ext cx="6099810" cy="64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Adaptability is Crucial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688181" y="2002274"/>
            <a:ext cx="442317" cy="442317"/>
          </a:xfrm>
          <a:prstGeom prst="roundRect">
            <a:avLst>
              <a:gd name="adj" fmla="val 6668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4082" y="2029361"/>
            <a:ext cx="310396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7071" y="2069782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Embrace Change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7071" y="2511028"/>
            <a:ext cx="126151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Helps employees embrace change instead of resisting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8181" y="3218974"/>
            <a:ext cx="442317" cy="442317"/>
          </a:xfrm>
          <a:prstGeom prst="roundRect">
            <a:avLst>
              <a:gd name="adj" fmla="val 6668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54082" y="3246060"/>
            <a:ext cx="310396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7071" y="3286482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Continuous Learning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7071" y="3727728"/>
            <a:ext cx="126151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Encourages ongoing skill development and knowledge acquisition.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8181" y="4435673"/>
            <a:ext cx="442317" cy="442317"/>
          </a:xfrm>
          <a:prstGeom prst="roundRect">
            <a:avLst>
              <a:gd name="adj" fmla="val 6668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4082" y="4462760"/>
            <a:ext cx="310396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7071" y="4503182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 Resilience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7071" y="4944428"/>
            <a:ext cx="126151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Strengthens ability to navigate challenges like layoffs or tech shifts.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8181" y="5652373"/>
            <a:ext cx="442317" cy="442317"/>
          </a:xfrm>
          <a:prstGeom prst="roundRect">
            <a:avLst>
              <a:gd name="adj" fmla="val 6668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4082" y="5679460"/>
            <a:ext cx="310396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7071" y="5719882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Collaboration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7071" y="6161127"/>
            <a:ext cx="126151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Fosters better teamwork and collective problem-solving.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8181" y="6869073"/>
            <a:ext cx="442317" cy="442317"/>
          </a:xfrm>
          <a:prstGeom prst="roundRect">
            <a:avLst>
              <a:gd name="adj" fmla="val 6668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4082" y="6896160"/>
            <a:ext cx="310396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7071" y="6936581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Career Growth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7071" y="7377827"/>
            <a:ext cx="126151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to enhanced professional development and opportunities.</a:t>
            </a:r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6C0A742-AC80-760F-46BA-252D2497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943" y="536615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Adaptability in 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2943" y="1052751"/>
            <a:ext cx="5135642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Real-Life Examples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2943" y="2182416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COVID-19 Pandemic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2943" y="2698552"/>
            <a:ext cx="4103608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Sudden shift to remote work; only adaptable companies survived.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3" y="3542467"/>
            <a:ext cx="4103608" cy="4103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70182" y="2182416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Updates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70182" y="2698552"/>
            <a:ext cx="4103608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 must continuously learn new tools (e.g., cloud, AI, DevOps).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182" y="3542467"/>
            <a:ext cx="4103608" cy="4103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57423" y="2182416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 Changes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857423" y="2698552"/>
            <a:ext cx="4103608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Companies need to pivot strategies (e.g., Netflix from DVDs to streaming).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423" y="3542467"/>
            <a:ext cx="4103608" cy="41036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14A3E7-8937-7439-CC93-2D2C2C62D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1327" y="7765486"/>
            <a:ext cx="1756880" cy="464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067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Individual Adaptability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58309" y="1279565"/>
            <a:ext cx="825186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Cultivating Personal Adaptability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58309" y="2317194"/>
            <a:ext cx="6448544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4" y="2541389"/>
            <a:ext cx="649962" cy="64996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17" y="2683550"/>
            <a:ext cx="292418" cy="3655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2504" y="34079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Accept Feedback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82504" y="3894058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Positively receive and act on constructive criticism.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23428" y="2317194"/>
            <a:ext cx="6448663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623" y="2541389"/>
            <a:ext cx="649962" cy="64996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335" y="2683550"/>
            <a:ext cx="292418" cy="3655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47623" y="34079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 to New Skills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47623" y="3894058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Embrace learning new technologies and competencies.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758309" y="5028248"/>
            <a:ext cx="6448544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504" y="5252442"/>
            <a:ext cx="649962" cy="64996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1217" y="5394603"/>
            <a:ext cx="292418" cy="36552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2504" y="61189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Growth Mindset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2504" y="6605111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 a belief in one's ability to develop and improve.</a:t>
            </a:r>
            <a:endParaRPr lang="en-US" sz="1700" dirty="0"/>
          </a:p>
        </p:txBody>
      </p:sp>
      <p:sp>
        <p:nvSpPr>
          <p:cNvPr id="19" name="Shape 11"/>
          <p:cNvSpPr/>
          <p:nvPr/>
        </p:nvSpPr>
        <p:spPr>
          <a:xfrm>
            <a:off x="7423428" y="5028248"/>
            <a:ext cx="6448663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623" y="5252442"/>
            <a:ext cx="649962" cy="64996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6335" y="5394603"/>
            <a:ext cx="292418" cy="36552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47623" y="61189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Stay Calm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7647623" y="6605111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 composure and effectiveness under pressure.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69FBD0-F1AD-ECC2-99A3-7337784443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290" y="473988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Payoff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03290" y="929759"/>
            <a:ext cx="477369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Benefits of Adaptability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603290" y="1910358"/>
            <a:ext cx="6501646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employee satisfaction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3290" y="2246352"/>
            <a:ext cx="6501646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 business continuity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290" y="2582347"/>
            <a:ext cx="6501646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problem-solving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290" y="2918341"/>
            <a:ext cx="6501646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advantage in industry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213" y="233269"/>
            <a:ext cx="6501646" cy="6501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878CFF-E6E3-03FA-EF2C-0117F111C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24238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58309" y="2996684"/>
            <a:ext cx="711791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Adaptability: A Survival Skill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1083231" y="4278035"/>
            <a:ext cx="73024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Adaptability is no longer optional; it’s a </a:t>
            </a:r>
            <a:r>
              <a:rPr lang="en-US" sz="1700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survival skill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83231" y="4868466"/>
            <a:ext cx="7302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 and organizations that adapt quickly achieve long-term success.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4034314"/>
            <a:ext cx="30480" cy="1771293"/>
          </a:xfrm>
          <a:prstGeom prst="rect">
            <a:avLst/>
          </a:prstGeom>
          <a:solidFill>
            <a:srgbClr val="75BA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70AFBA-25A5-C151-3443-548609B1B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2067520"/>
            <a:ext cx="29803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Darwinian Principle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58309" y="2640330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Survival of the Most Adaptable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1083231" y="4634389"/>
            <a:ext cx="7302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“It is not the strongest species that survive, but the most adaptable.”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83231" y="5571530"/>
            <a:ext cx="73024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Charles Darwin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4390668"/>
            <a:ext cx="30480" cy="1771293"/>
          </a:xfrm>
          <a:prstGeom prst="rect">
            <a:avLst/>
          </a:prstGeom>
          <a:solidFill>
            <a:srgbClr val="75BA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5591E7-E450-69BB-6AA8-F26EF7CFF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2883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274814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43579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Embrace Change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4844058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Adaptability is crucial for navigating today's dynamic corporate landscape.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70" y="3274814"/>
            <a:ext cx="4371261" cy="866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6144" y="43579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Individual &amp; Org Level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46144" y="4844058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Cultivate adaptability personally and within your organization.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830" y="3274814"/>
            <a:ext cx="4371261" cy="866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43579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Future-Proofing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4844058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a survival skill for long-term success and competitive advantage.</a:t>
            </a: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9AF01A-ED8A-F866-91ED-E98728A65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3520" y="7692509"/>
            <a:ext cx="1756880" cy="464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329</Words>
  <Application>Microsoft Office PowerPoint</Application>
  <PresentationFormat>Custom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Montserrat</vt:lpstr>
      <vt:lpstr>Arial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Jain, Parv (Cognizant)</dc:creator>
  <cp:lastModifiedBy>Jain, Parv (Cognizant)</cp:lastModifiedBy>
  <cp:revision>2</cp:revision>
  <dcterms:created xsi:type="dcterms:W3CDTF">2025-08-24T10:47:27Z</dcterms:created>
  <dcterms:modified xsi:type="dcterms:W3CDTF">2025-08-24T12:04:14Z</dcterms:modified>
</cp:coreProperties>
</file>